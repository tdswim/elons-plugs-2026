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tdswim.github.io/Elons-Plugs-2026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457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spc="3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ELONS PLUGS 2026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400" kern="0" dirty="0">
                <a:solidFill>
                  <a:srgbClr val="CDA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MARCH MADNESS BRACKET TRACKER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2697480"/>
            <a:ext cx="2743200" cy="0"/>
          </a:xfrm>
          <a:prstGeom prst="line">
            <a:avLst/>
          </a:prstGeom>
          <a:noFill/>
          <a:ln w="31750">
            <a:solidFill>
              <a:srgbClr val="DC354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Men's Division  •  Updated March 22, 2026 9:17 PM 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DA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of 32 in Progress</a:t>
            </a:r>
            <a:pPr algn="ctr" indent="0" marL="0">
              <a:buNone/>
            </a:pPr>
            <a:r>
              <a:rPr lang="en-US" sz="1300" dirty="0">
                <a:solidFill>
                  <a:srgbClr val="CDA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4 Games Remaining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B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  EXECUTIVE SUMMARY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18745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1874520" cy="457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" y="1417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pts • 97.46th percentile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18745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06040" y="1005840"/>
            <a:ext cx="1874520" cy="457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0" y="11430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MARGIN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0" y="1417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pts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743200" y="1920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Fizzz3 (440)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1005840"/>
            <a:ext cx="18745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1005840"/>
            <a:ext cx="1874520" cy="457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6" name="Text 14"/>
          <p:cNvSpPr/>
          <p:nvPr/>
        </p:nvSpPr>
        <p:spPr>
          <a:xfrm>
            <a:off x="4800600" y="11430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00600" y="1417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 pts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800600" y="1920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total entries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20840" y="1005840"/>
            <a:ext cx="18745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20840" y="1005840"/>
            <a:ext cx="1874520" cy="457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114300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%ILE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858000" y="14173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97.46%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0" y="19202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 ranking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2697480"/>
            <a:ext cx="80467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" y="2697480"/>
            <a:ext cx="8046720" cy="457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2834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CHANGES SINCE LAST UPDATE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3200400"/>
            <a:ext cx="7589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Fizzz3 surges +20 to 440 pts (Tennessee R32 win) — leapfrogs Capn'Kirk for #2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 lead shrinks to 10 pts over Fizzz3, 20 over Capn'Kirk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 +1L (had Virginia), TaylorDuran +1L — both picked Virginia to advance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R32 games remain: Texas Tech, UCLA, Iowa, Utah State matchups still undecided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B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  COMPLETE STANDINGS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14400"/>
          <a:ext cx="804672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1325880"/>
                <a:gridCol w="502920"/>
                <a:gridCol w="640080"/>
                <a:gridCol w="731520"/>
                <a:gridCol w="548640"/>
                <a:gridCol w="502920"/>
                <a:gridCol w="502920"/>
                <a:gridCol w="14630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W-L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CHAMPION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TaylorDuran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37W-8L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Arizona Wildcats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Fizzz3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79.86%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35W-10L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Arizona Wildcats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Capn'Kirk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87.97%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34W-10L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 Blue Devils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Paul233365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60.95%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32W-11L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Arizona Wildcats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twnutt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31W-13L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 Blue Devils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inursha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27W-17L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 Blue Devils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ESPNFAN828936...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29W-18L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 Blue Devils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ESPNFAN969915...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27W-17L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Duke Blue Devils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B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  ROUND-BY-ROUND BREAKDOWN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10515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0" y="1051560"/>
            <a:ext cx="324104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1051560"/>
            <a:ext cx="324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886960" y="1051560"/>
            <a:ext cx="178816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8" name="Text 6"/>
          <p:cNvSpPr/>
          <p:nvPr/>
        </p:nvSpPr>
        <p:spPr>
          <a:xfrm>
            <a:off x="4886960" y="1051560"/>
            <a:ext cx="178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12280" y="10515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450 pts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" y="15727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Fizzz3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645920" y="1572768"/>
            <a:ext cx="290576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2" name="Text 10"/>
          <p:cNvSpPr/>
          <p:nvPr/>
        </p:nvSpPr>
        <p:spPr>
          <a:xfrm>
            <a:off x="1645920" y="1572768"/>
            <a:ext cx="290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51680" y="1572768"/>
            <a:ext cx="201168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14" name="Text 12"/>
          <p:cNvSpPr/>
          <p:nvPr/>
        </p:nvSpPr>
        <p:spPr>
          <a:xfrm>
            <a:off x="4551680" y="15727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700520" y="15727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440 pts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" y="209397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45920" y="2093976"/>
            <a:ext cx="279400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8" name="Text 16"/>
          <p:cNvSpPr/>
          <p:nvPr/>
        </p:nvSpPr>
        <p:spPr>
          <a:xfrm>
            <a:off x="1645920" y="2093976"/>
            <a:ext cx="279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439920" y="2093976"/>
            <a:ext cx="201168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20" name="Text 18"/>
          <p:cNvSpPr/>
          <p:nvPr/>
        </p:nvSpPr>
        <p:spPr>
          <a:xfrm>
            <a:off x="4439920" y="209397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88760" y="209397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pts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2880" y="261518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Paul233365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645920" y="2615184"/>
            <a:ext cx="268224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4" name="Text 22"/>
          <p:cNvSpPr/>
          <p:nvPr/>
        </p:nvSpPr>
        <p:spPr>
          <a:xfrm>
            <a:off x="1645920" y="2615184"/>
            <a:ext cx="268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28160" y="2615184"/>
            <a:ext cx="178816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26" name="Text 24"/>
          <p:cNvSpPr/>
          <p:nvPr/>
        </p:nvSpPr>
        <p:spPr>
          <a:xfrm>
            <a:off x="4328160" y="2615184"/>
            <a:ext cx="178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53480" y="26151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82880" y="313639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twnutt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645920" y="3136392"/>
            <a:ext cx="257048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0" name="Text 28"/>
          <p:cNvSpPr/>
          <p:nvPr/>
        </p:nvSpPr>
        <p:spPr>
          <a:xfrm>
            <a:off x="1645920" y="3136392"/>
            <a:ext cx="25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216400" y="3136392"/>
            <a:ext cx="178816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2" name="Text 30"/>
          <p:cNvSpPr/>
          <p:nvPr/>
        </p:nvSpPr>
        <p:spPr>
          <a:xfrm>
            <a:off x="4216400" y="3136392"/>
            <a:ext cx="178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41720" y="313639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390 pts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82880" y="3657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inursha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645920" y="3657600"/>
            <a:ext cx="223520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6" name="Text 34"/>
          <p:cNvSpPr/>
          <p:nvPr/>
        </p:nvSpPr>
        <p:spPr>
          <a:xfrm>
            <a:off x="1645920" y="3657600"/>
            <a:ext cx="223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881120" y="3657600"/>
            <a:ext cx="156464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8" name="Text 36"/>
          <p:cNvSpPr/>
          <p:nvPr/>
        </p:nvSpPr>
        <p:spPr>
          <a:xfrm>
            <a:off x="3881120" y="3657600"/>
            <a:ext cx="156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582920" y="3657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 pts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2880" y="417880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ESPN...8577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645920" y="4178808"/>
            <a:ext cx="268224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42" name="Text 40"/>
          <p:cNvSpPr/>
          <p:nvPr/>
        </p:nvSpPr>
        <p:spPr>
          <a:xfrm>
            <a:off x="1645920" y="4178808"/>
            <a:ext cx="268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28160" y="4178808"/>
            <a:ext cx="111760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44" name="Text 42"/>
          <p:cNvSpPr/>
          <p:nvPr/>
        </p:nvSpPr>
        <p:spPr>
          <a:xfrm>
            <a:off x="4328160" y="4178808"/>
            <a:ext cx="111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82920" y="417880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340 pts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82880" y="47000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ESPN...4365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1645920" y="4700016"/>
            <a:ext cx="2570480" cy="32004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48" name="Text 46"/>
          <p:cNvSpPr/>
          <p:nvPr/>
        </p:nvSpPr>
        <p:spPr>
          <a:xfrm>
            <a:off x="1645920" y="4700016"/>
            <a:ext cx="257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216400" y="4700016"/>
            <a:ext cx="894080" cy="32004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50" name="Text 48"/>
          <p:cNvSpPr/>
          <p:nvPr/>
        </p:nvSpPr>
        <p:spPr>
          <a:xfrm>
            <a:off x="4216400" y="4700016"/>
            <a:ext cx="89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247640" y="47000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310 pts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029200" y="5358384"/>
            <a:ext cx="228600" cy="1828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53" name="Text 51"/>
          <p:cNvSpPr/>
          <p:nvPr/>
        </p:nvSpPr>
        <p:spPr>
          <a:xfrm>
            <a:off x="5303520" y="53583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R64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43600" y="5358384"/>
            <a:ext cx="228600" cy="18288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55" name="Text 53"/>
          <p:cNvSpPr/>
          <p:nvPr/>
        </p:nvSpPr>
        <p:spPr>
          <a:xfrm>
            <a:off x="6217920" y="535838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B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  CONTRARIAN PICKS ANALYSIS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of 14 Contrarian Picks Failed — 2 Hit (Nebraska, Tennessee), 4 Undecided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80160" y="1234440"/>
          <a:ext cx="5257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640080"/>
                <a:gridCol w="7772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576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inursha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Northern Iowa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inursha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Hawai'i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ESPN...4365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Kennesaw State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ESPN...8577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Louisville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ESPN...4365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Florida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ESPN...4365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UCLA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UNDECIDED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Fizzz3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Nebraska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ESPN...4365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VCU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twnutt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Fizzz3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Texas Tech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UNDECIDED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ESPN...4365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Tennessee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ESPN...8577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Ole Miss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C354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ESPN...4365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Iowa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UNDECIDED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Fizzz3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Utah State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UNDECIDED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CC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EE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B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  MAX POINTS CEILING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82880" y="10058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0" y="1005840"/>
            <a:ext cx="1195361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Shape 4"/>
          <p:cNvSpPr/>
          <p:nvPr/>
        </p:nvSpPr>
        <p:spPr>
          <a:xfrm>
            <a:off x="3024161" y="1005840"/>
            <a:ext cx="3506392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7" name="Text 5"/>
          <p:cNvSpPr/>
          <p:nvPr/>
        </p:nvSpPr>
        <p:spPr>
          <a:xfrm>
            <a:off x="6667713" y="10058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1770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2880" y="15544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Fizzz3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554480"/>
            <a:ext cx="1168797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0" name="Shape 8"/>
          <p:cNvSpPr/>
          <p:nvPr/>
        </p:nvSpPr>
        <p:spPr>
          <a:xfrm>
            <a:off x="2997597" y="1554480"/>
            <a:ext cx="3506392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11" name="Text 9"/>
          <p:cNvSpPr/>
          <p:nvPr/>
        </p:nvSpPr>
        <p:spPr>
          <a:xfrm>
            <a:off x="6641149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1760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2880" y="2103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28800" y="2103120"/>
            <a:ext cx="1142234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4" name="Shape 12"/>
          <p:cNvSpPr/>
          <p:nvPr/>
        </p:nvSpPr>
        <p:spPr>
          <a:xfrm>
            <a:off x="2971034" y="2103120"/>
            <a:ext cx="3612646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15" name="Text 13"/>
          <p:cNvSpPr/>
          <p:nvPr/>
        </p:nvSpPr>
        <p:spPr>
          <a:xfrm>
            <a:off x="6720840" y="21031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2880" y="26517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Paul233365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651760"/>
            <a:ext cx="1062543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18" name="Shape 16"/>
          <p:cNvSpPr/>
          <p:nvPr/>
        </p:nvSpPr>
        <p:spPr>
          <a:xfrm>
            <a:off x="2891343" y="2651760"/>
            <a:ext cx="3665773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19" name="Text 17"/>
          <p:cNvSpPr/>
          <p:nvPr/>
        </p:nvSpPr>
        <p:spPr>
          <a:xfrm>
            <a:off x="6694276" y="26517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2880" y="3200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twnutt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828800" y="3200400"/>
            <a:ext cx="1035979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2" name="Shape 20"/>
          <p:cNvSpPr/>
          <p:nvPr/>
        </p:nvSpPr>
        <p:spPr>
          <a:xfrm>
            <a:off x="2864779" y="3200400"/>
            <a:ext cx="3612646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23" name="Text 21"/>
          <p:cNvSpPr/>
          <p:nvPr/>
        </p:nvSpPr>
        <p:spPr>
          <a:xfrm>
            <a:off x="6614586" y="3200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1750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82880" y="3749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inursha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828800" y="3749040"/>
            <a:ext cx="903162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26" name="Shape 24"/>
          <p:cNvSpPr/>
          <p:nvPr/>
        </p:nvSpPr>
        <p:spPr>
          <a:xfrm>
            <a:off x="2731962" y="3749040"/>
            <a:ext cx="3559519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641" y="3749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1680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82880" y="42976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ESPN...8577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828800" y="4297680"/>
            <a:ext cx="903162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0" name="Shape 28"/>
          <p:cNvSpPr/>
          <p:nvPr/>
        </p:nvSpPr>
        <p:spPr>
          <a:xfrm>
            <a:off x="2731962" y="4297680"/>
            <a:ext cx="2815739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31" name="Text 29"/>
          <p:cNvSpPr/>
          <p:nvPr/>
        </p:nvSpPr>
        <p:spPr>
          <a:xfrm>
            <a:off x="5684861" y="4297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82880" y="4846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ESPN...4365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28800" y="4846320"/>
            <a:ext cx="823471" cy="36576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4" name="Shape 32"/>
          <p:cNvSpPr/>
          <p:nvPr/>
        </p:nvSpPr>
        <p:spPr>
          <a:xfrm>
            <a:off x="2652271" y="4846320"/>
            <a:ext cx="3559519" cy="36576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8950" y="4846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54880" y="5486400"/>
            <a:ext cx="228600" cy="18288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0" y="5486400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943600" y="5486400"/>
            <a:ext cx="228600" cy="182880"/>
          </a:xfrm>
          <a:prstGeom prst="rect">
            <a:avLst/>
          </a:prstGeom>
          <a:solidFill>
            <a:srgbClr val="CDA050"/>
          </a:solidFill>
          <a:ln/>
        </p:spPr>
      </p:sp>
      <p:sp>
        <p:nvSpPr>
          <p:cNvPr id="39" name="Text 37"/>
          <p:cNvSpPr/>
          <p:nvPr/>
        </p:nvSpPr>
        <p:spPr>
          <a:xfrm>
            <a:off x="6217920" y="548640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B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  CHAMPION PICK DISTRIBUTION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097280" y="1188720"/>
            <a:ext cx="32004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1188720"/>
            <a:ext cx="3200400" cy="502920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1887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Arizona Wildcats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18288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3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picks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280160" y="25603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TaylorDuran, Fizzz3, Paul233365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ALIVE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188720"/>
            <a:ext cx="3200400" cy="2926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188720"/>
            <a:ext cx="3200400" cy="502920"/>
          </a:xfrm>
          <a:prstGeom prst="rect">
            <a:avLst/>
          </a:prstGeom>
          <a:solidFill>
            <a:srgbClr val="34576E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18872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Duke Blue Devils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46320" y="18288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457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picks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029200" y="256032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Capn'Kirk, twnutt, inursha, ESPN...8577, ESPN...4365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46320" y="33832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ALIVE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457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33772"/>
            <a:ext cx="9144000" cy="109728"/>
          </a:xfrm>
          <a:prstGeom prst="rect">
            <a:avLst/>
          </a:prstGeom>
          <a:solidFill>
            <a:srgbClr val="DC354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spc="5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ELONS PLUGS 2026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31750">
            <a:solidFill>
              <a:srgbClr val="CDA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CDA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800" dirty="0"/>
          </a:p>
        </p:txBody>
      </p:sp>
      <p:sp>
        <p:nvSpPr>
          <p:cNvPr id="7" name="Text 5">
            <a:hlinkClick r:id="rId1" tooltip=""/>
          </p:cNvPr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tdswim.github.io/Elons-Plugs-2026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update: After Round of 32 concludes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Elons Plugs 2026 — March Madness Bracket Tracker</dc:title>
  <dc:subject>PptxGenJS Presentation</dc:subject>
  <dc:creator>Elons Plugs Bracket Tracker</dc:creator>
  <cp:lastModifiedBy>Elons Plugs Bracket Tracker</cp:lastModifiedBy>
  <cp:revision>1</cp:revision>
  <dcterms:created xsi:type="dcterms:W3CDTF">2026-03-23T01:18:05Z</dcterms:created>
  <dcterms:modified xsi:type="dcterms:W3CDTF">2026-03-23T01:18:05Z</dcterms:modified>
</cp:coreProperties>
</file>